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手语动作准确度评测技术路线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面向学习/训练场景的可解释评测系统</a:t>
            </a:r>
            <a:br/>
            <a:br/>
            <a:r>
              <a:rPr/>
              <a:t>signLanguage 项目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目标不是“识别用户在说什么”</a:t>
            </a:r>
          </a:p>
          <a:p>
            <a:pPr lvl="0"/>
            <a:r>
              <a:rPr/>
              <a:t>目标是“评估动作像不像标准动作”</a:t>
            </a:r>
          </a:p>
          <a:p>
            <a:pPr lvl="0"/>
            <a:r>
              <a:rPr/>
              <a:t>当前只做孤立词，不做连续语句翻译</a:t>
            </a:r>
          </a:p>
          <a:p>
            <a:pPr lvl="0"/>
            <a:r>
              <a:rPr/>
              <a:t>输出包含：</a:t>
            </a:r>
          </a:p>
          <a:p>
            <a:pPr lvl="1"/>
            <a:r>
              <a:rPr/>
              <a:t>目标语义匹配结果</a:t>
            </a:r>
          </a:p>
          <a:p>
            <a:pPr lvl="1"/>
            <a:r>
              <a:rPr/>
              <a:t>0-100 分评分</a:t>
            </a:r>
          </a:p>
          <a:p>
            <a:pPr lvl="1"/>
            <a:r>
              <a:rPr/>
              <a:t>分项评分</a:t>
            </a:r>
          </a:p>
          <a:p>
            <a:pPr lvl="1"/>
            <a:r>
              <a:rPr/>
              <a:t>错误定位与建议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总体路线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摄像头 / 视频
  -&gt; MediaPipe Holistic 关键点提取
  -&gt; 关键点清洗、归一化、时序对齐
  -&gt; 标准动作库匹配
  -&gt; 细粒度差异分析
  -&gt; 评分与反馈输出</a:t>
            </a:r>
          </a:p>
          <a:p>
            <a:pPr lvl="0"/>
            <a:r>
              <a:rPr/>
              <a:t>MVP：模板库 + 相似度检索 + 基础评分</a:t>
            </a:r>
          </a:p>
          <a:p>
            <a:pPr lvl="0"/>
            <a:r>
              <a:rPr/>
              <a:t>增强：DTW 对齐 + 逐关节误差分析 + 错误定位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为什么选这条路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MediaPipe Holistic</a:t>
            </a:r>
            <a:r>
              <a:rPr/>
              <a:t> 实时性好，CPU 可跑</a:t>
            </a:r>
          </a:p>
          <a:p>
            <a:pPr lvl="0"/>
            <a:r>
              <a:rPr/>
              <a:t>关键点表示比纯 RGB 更稳</a:t>
            </a:r>
          </a:p>
          <a:p>
            <a:pPr lvl="0"/>
            <a:r>
              <a:rPr>
                <a:latin typeface="Courier"/>
              </a:rPr>
              <a:t>FAISS</a:t>
            </a:r>
            <a:r>
              <a:rPr/>
              <a:t> 适合做粗召回，但不适合单独做最终评分</a:t>
            </a:r>
          </a:p>
          <a:p>
            <a:pPr lvl="0"/>
            <a:r>
              <a:rPr>
                <a:latin typeface="Courier"/>
              </a:rPr>
              <a:t>Transformer / ST-GCN</a:t>
            </a:r>
            <a:r>
              <a:rPr/>
              <a:t> 适合后续升级，不适合一开始就堆复杂度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标准动作库
  -&gt; MediaPipe Holistic 提取关键点
  -&gt; 预处理与时序标准化
  -&gt; 粗匹配与精细比对
  -&gt; 评分与反馈输出</a:t>
            </a:r>
          </a:p>
          <a:p>
            <a:pPr lvl="0"/>
            <a:r>
              <a:rPr/>
              <a:t>标准动作库：每个语义 3-5 个模板</a:t>
            </a:r>
          </a:p>
          <a:p>
            <a:pPr lvl="0"/>
            <a:r>
              <a:rPr/>
              <a:t>粗匹配：找最像的候选样本</a:t>
            </a:r>
          </a:p>
          <a:p>
            <a:pPr lvl="0"/>
            <a:r>
              <a:rPr/>
              <a:t>精细比对：找偏差点和偏差原因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标准动作库</a:t>
            </a:r>
          </a:p>
          <a:p>
            <a:pPr lvl="1"/>
            <a:r>
              <a:rPr/>
              <a:t>语义、录制人、角度、速度、原始视频、关键点序列</a:t>
            </a:r>
          </a:p>
          <a:p>
            <a:pPr lvl="0"/>
            <a:r>
              <a:rPr/>
              <a:t>特征表示</a:t>
            </a:r>
          </a:p>
          <a:p>
            <a:pPr lvl="1"/>
            <a:r>
              <a:rPr/>
              <a:t>优先手部 + 身体关键点</a:t>
            </a:r>
          </a:p>
          <a:p>
            <a:pPr lvl="1"/>
            <a:r>
              <a:rPr/>
              <a:t>面部作为可选增强分支</a:t>
            </a:r>
          </a:p>
          <a:p>
            <a:pPr lvl="0"/>
            <a:r>
              <a:rPr/>
              <a:t>粗匹配</a:t>
            </a:r>
          </a:p>
          <a:p>
            <a:pPr lvl="1"/>
            <a:r>
              <a:rPr/>
              <a:t>L2、余弦相似度、FAISS 检索</a:t>
            </a:r>
          </a:p>
          <a:p>
            <a:pPr lvl="0"/>
            <a:r>
              <a:rPr/>
              <a:t>精细比对</a:t>
            </a:r>
          </a:p>
          <a:p>
            <a:pPr lvl="1"/>
            <a:r>
              <a:rPr/>
              <a:t>逐关节误差</a:t>
            </a:r>
          </a:p>
          <a:p>
            <a:pPr lvl="1"/>
            <a:r>
              <a:rPr/>
              <a:t>时序对齐误差</a:t>
            </a:r>
          </a:p>
          <a:p>
            <a:pPr lvl="1"/>
            <a:r>
              <a:rPr/>
              <a:t>关键帧误差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评分思路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不只输出一个相似度</a:t>
            </a:r>
          </a:p>
          <a:p>
            <a:pPr lvl="0"/>
            <a:r>
              <a:rPr/>
              <a:t>改为分项评分再汇总</a:t>
            </a:r>
          </a:p>
          <a:p>
            <a:pPr lvl="0" indent="0" marL="0">
              <a:buNone/>
            </a:pPr>
            <a:r>
              <a:rPr/>
              <a:t>建议分项：</a:t>
            </a:r>
          </a:p>
          <a:p>
            <a:pPr lvl="0"/>
            <a:r>
              <a:rPr/>
              <a:t>手势准确度</a:t>
            </a:r>
          </a:p>
          <a:p>
            <a:pPr lvl="0"/>
            <a:r>
              <a:rPr/>
              <a:t>肢体姿态准确度</a:t>
            </a:r>
          </a:p>
          <a:p>
            <a:pPr lvl="0"/>
            <a:r>
              <a:rPr/>
              <a:t>时序一致性</a:t>
            </a:r>
          </a:p>
          <a:p>
            <a:pPr lvl="0"/>
            <a:r>
              <a:rPr/>
              <a:t>流畅度</a:t>
            </a:r>
          </a:p>
          <a:p>
            <a:pPr lvl="0" indent="0" marL="0">
              <a:buNone/>
            </a:pPr>
            <a:r>
              <a:rPr/>
              <a:t>输出结果：</a:t>
            </a:r>
          </a:p>
          <a:p>
            <a:pPr lvl="0"/>
            <a:r>
              <a:rPr/>
              <a:t>总分</a:t>
            </a:r>
          </a:p>
          <a:p>
            <a:pPr lvl="0"/>
            <a:r>
              <a:rPr/>
              <a:t>等级</a:t>
            </a:r>
          </a:p>
          <a:p>
            <a:pPr lvl="0"/>
            <a:r>
              <a:rPr/>
              <a:t>分项分</a:t>
            </a:r>
          </a:p>
          <a:p>
            <a:pPr lvl="0"/>
            <a:r>
              <a:rPr/>
              <a:t>Top Errors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分阶段实施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阶段 1：MVP</a:t>
            </a:r>
          </a:p>
          <a:p>
            <a:pPr lvl="0"/>
            <a:r>
              <a:rPr/>
              <a:t>MediaPipe 关键点提取</a:t>
            </a:r>
          </a:p>
          <a:p>
            <a:pPr lvl="0"/>
            <a:r>
              <a:rPr/>
              <a:t>标准动作录制</a:t>
            </a:r>
          </a:p>
          <a:p>
            <a:pPr lvl="0"/>
            <a:r>
              <a:rPr/>
              <a:t>特征保存与加载</a:t>
            </a:r>
          </a:p>
          <a:p>
            <a:pPr lvl="0"/>
            <a:r>
              <a:rPr/>
              <a:t>FAISS 粗检索</a:t>
            </a:r>
          </a:p>
          <a:p>
            <a:pPr lvl="0"/>
            <a:r>
              <a:rPr/>
              <a:t>基础相似度评分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 2：评测增强</a:t>
            </a:r>
          </a:p>
          <a:p>
            <a:pPr lvl="0"/>
            <a:r>
              <a:rPr/>
              <a:t>DTW 时序对齐</a:t>
            </a:r>
          </a:p>
          <a:p>
            <a:pPr lvl="0"/>
            <a:r>
              <a:rPr/>
              <a:t>逐关节差异分析</a:t>
            </a:r>
          </a:p>
          <a:p>
            <a:pPr lvl="0"/>
            <a:r>
              <a:rPr/>
              <a:t>分项评分</a:t>
            </a:r>
          </a:p>
          <a:p>
            <a:pPr lvl="0"/>
            <a:r>
              <a:rPr/>
              <a:t>错误部位提示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 3：模型升级</a:t>
            </a:r>
          </a:p>
          <a:p>
            <a:pPr lvl="0"/>
            <a:r>
              <a:rPr/>
              <a:t>LSTM / GRU</a:t>
            </a:r>
          </a:p>
          <a:p>
            <a:pPr lvl="0"/>
            <a:r>
              <a:rPr/>
              <a:t>Transformer</a:t>
            </a:r>
          </a:p>
          <a:p>
            <a:pPr lvl="0"/>
            <a:r>
              <a:rPr/>
              <a:t>ST-GCN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每个语义至少 3-5 个标准模板</a:t>
            </a:r>
          </a:p>
          <a:p>
            <a:pPr lvl="0"/>
            <a:r>
              <a:rPr/>
              <a:t>同一语义要覆盖不同人、角度、速度</a:t>
            </a:r>
          </a:p>
          <a:p>
            <a:pPr lvl="0"/>
            <a:r>
              <a:rPr/>
              <a:t>记录失败样本，不只保留“好看动作”</a:t>
            </a:r>
          </a:p>
          <a:p>
            <a:pPr lvl="0"/>
            <a:r>
              <a:rPr/>
              <a:t>MVP 阶段建议先做 5-10 个词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风险与应对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模板太少</a:t>
            </a:r>
          </a:p>
          <a:p>
            <a:pPr lvl="1"/>
            <a:r>
              <a:rPr/>
              <a:t>增加标准样本数量</a:t>
            </a:r>
          </a:p>
          <a:p>
            <a:pPr lvl="1"/>
            <a:r>
              <a:rPr/>
              <a:t>使用多模板而不是单模板</a:t>
            </a:r>
          </a:p>
          <a:p>
            <a:pPr lvl="0"/>
            <a:r>
              <a:rPr/>
              <a:t>动作速度不同</a:t>
            </a:r>
          </a:p>
          <a:p>
            <a:pPr lvl="1"/>
            <a:r>
              <a:rPr/>
              <a:t>使用 DTW 对齐</a:t>
            </a:r>
          </a:p>
          <a:p>
            <a:pPr lvl="0"/>
            <a:r>
              <a:rPr/>
              <a:t>评分不解释</a:t>
            </a:r>
          </a:p>
          <a:p>
            <a:pPr lvl="1"/>
            <a:r>
              <a:rPr/>
              <a:t>输出分项分和偏差部位</a:t>
            </a:r>
          </a:p>
          <a:p>
            <a:pPr lvl="0"/>
            <a:r>
              <a:rPr/>
              <a:t>噪声干扰大</a:t>
            </a:r>
          </a:p>
          <a:p>
            <a:pPr lvl="1"/>
            <a:r>
              <a:rPr/>
              <a:t>主体先用手部和姿态，面部分支独立建模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先做“可解释的动作评测”</a:t>
            </a:r>
          </a:p>
          <a:p>
            <a:pPr lvl="0"/>
            <a:r>
              <a:rPr/>
              <a:t>再做“更强的时序模型”</a:t>
            </a:r>
          </a:p>
          <a:p>
            <a:pPr lvl="0"/>
            <a:r>
              <a:rPr/>
              <a:t>最稳妥的顺序：</a:t>
            </a:r>
          </a:p>
          <a:p>
            <a:pPr lvl="1"/>
            <a:r>
              <a:rPr>
                <a:latin typeface="Courier"/>
              </a:rPr>
              <a:t>MediaPipe</a:t>
            </a:r>
          </a:p>
          <a:p>
            <a:pPr lvl="1"/>
            <a:r>
              <a:rPr/>
              <a:t>标准动作库</a:t>
            </a:r>
          </a:p>
          <a:p>
            <a:pPr lvl="1"/>
            <a:r>
              <a:rPr>
                <a:latin typeface="Courier"/>
              </a:rPr>
              <a:t>FAISS</a:t>
            </a:r>
          </a:p>
          <a:p>
            <a:pPr lvl="1"/>
            <a:r>
              <a:rPr>
                <a:latin typeface="Courier"/>
              </a:rPr>
              <a:t>DTW</a:t>
            </a:r>
          </a:p>
          <a:p>
            <a:pPr lvl="1"/>
            <a:r>
              <a:rPr/>
              <a:t>逐关节误差</a:t>
            </a:r>
          </a:p>
          <a:p>
            <a:pPr lvl="1"/>
            <a:r>
              <a:rPr/>
              <a:t>评分与纠错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手语动作准确度评测技术路线</dc:title>
  <dc:creator>signLanguage 项目</dc:creator>
  <cp:keywords/>
  <dcterms:created xsi:type="dcterms:W3CDTF">2026-04-23T06:53:04Z</dcterms:created>
  <dcterms:modified xsi:type="dcterms:W3CDTF">2026-04-23T06:53:04Z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2026-04-23</vt:lpwstr>
  </property>
  <property fmtid="{D5CDD505-2E9C-101B-9397-08002B2CF9AE}" pid="3" name="subtitle">
    <vt:lpwstr>面向学习/训练场景的可解释评测系统</vt:lpwstr>
  </property>
</Properties>
</file>